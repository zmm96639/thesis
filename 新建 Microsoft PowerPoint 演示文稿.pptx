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25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4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77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91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97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87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747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31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97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39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8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EEDD9-6289-4608-903C-14237C6FA324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B4289-50F5-4157-89DD-D19EB90D63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88">
            <a:extLst>
              <a:ext uri="{FF2B5EF4-FFF2-40B4-BE49-F238E27FC236}">
                <a16:creationId xmlns:a16="http://schemas.microsoft.com/office/drawing/2014/main" id="{6D4633E5-680A-4338-8C40-7CBC6FF065E1}"/>
              </a:ext>
            </a:extLst>
          </p:cNvPr>
          <p:cNvGrpSpPr/>
          <p:nvPr/>
        </p:nvGrpSpPr>
        <p:grpSpPr>
          <a:xfrm>
            <a:off x="2146368" y="2257095"/>
            <a:ext cx="5308467" cy="8287410"/>
            <a:chOff x="774767" y="809295"/>
            <a:chExt cx="5308467" cy="828741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3AEFD50A-50E4-47EA-B424-7461852AB532}"/>
                </a:ext>
              </a:extLst>
            </p:cNvPr>
            <p:cNvGrpSpPr/>
            <p:nvPr/>
          </p:nvGrpSpPr>
          <p:grpSpPr>
            <a:xfrm>
              <a:off x="1137099" y="809295"/>
              <a:ext cx="2542459" cy="641159"/>
              <a:chOff x="4453251" y="830172"/>
              <a:chExt cx="2165686" cy="546144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85454E0-402B-455B-B232-F86E4D9996BE}"/>
                  </a:ext>
                </a:extLst>
              </p:cNvPr>
              <p:cNvSpPr/>
              <p:nvPr/>
            </p:nvSpPr>
            <p:spPr>
              <a:xfrm>
                <a:off x="4453251" y="830172"/>
                <a:ext cx="2165686" cy="5461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C441D54-2B22-43A2-AA9D-F68C632CF5E8}"/>
                  </a:ext>
                </a:extLst>
              </p:cNvPr>
              <p:cNvSpPr txBox="1"/>
              <p:nvPr/>
            </p:nvSpPr>
            <p:spPr>
              <a:xfrm>
                <a:off x="4472607" y="880402"/>
                <a:ext cx="2126975" cy="44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rPr>
                  <a:t>单目深度估计</a:t>
                </a: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5102575-159D-4C9B-9CEF-9158F115151F}"/>
                </a:ext>
              </a:extLst>
            </p:cNvPr>
            <p:cNvGrpSpPr/>
            <p:nvPr/>
          </p:nvGrpSpPr>
          <p:grpSpPr>
            <a:xfrm>
              <a:off x="774767" y="2203358"/>
              <a:ext cx="770110" cy="1785240"/>
              <a:chOff x="4144614" y="2007706"/>
              <a:chExt cx="655986" cy="152068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C45BDC6-AFFC-493D-A1DA-A011975A480C}"/>
                  </a:ext>
                </a:extLst>
              </p:cNvPr>
              <p:cNvSpPr/>
              <p:nvPr/>
            </p:nvSpPr>
            <p:spPr>
              <a:xfrm>
                <a:off x="4144614" y="2007706"/>
                <a:ext cx="655986" cy="15206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560A103-7975-4E53-B926-5ADD6E036D44}"/>
                  </a:ext>
                </a:extLst>
              </p:cNvPr>
              <p:cNvSpPr txBox="1"/>
              <p:nvPr/>
            </p:nvSpPr>
            <p:spPr>
              <a:xfrm>
                <a:off x="4210441" y="2092185"/>
                <a:ext cx="524333" cy="13517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rPr>
                  <a:t>有监督的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F028D94-706D-4788-B689-BC59C066EAD7}"/>
                </a:ext>
              </a:extLst>
            </p:cNvPr>
            <p:cNvGrpSpPr/>
            <p:nvPr/>
          </p:nvGrpSpPr>
          <p:grpSpPr>
            <a:xfrm>
              <a:off x="3294504" y="2203358"/>
              <a:ext cx="770110" cy="1785240"/>
              <a:chOff x="4144614" y="2007706"/>
              <a:chExt cx="655986" cy="1520680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5C84D76D-7812-4AC6-AB5C-07BEEFE832BA}"/>
                  </a:ext>
                </a:extLst>
              </p:cNvPr>
              <p:cNvSpPr/>
              <p:nvPr/>
            </p:nvSpPr>
            <p:spPr>
              <a:xfrm>
                <a:off x="4144614" y="2007706"/>
                <a:ext cx="655986" cy="15206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8AAD753-6395-489F-9DB2-54F4EB445725}"/>
                  </a:ext>
                </a:extLst>
              </p:cNvPr>
              <p:cNvSpPr txBox="1"/>
              <p:nvPr/>
            </p:nvSpPr>
            <p:spPr>
              <a:xfrm>
                <a:off x="4210441" y="2092185"/>
                <a:ext cx="524333" cy="13517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rPr>
                  <a:t>无监督的</a:t>
                </a:r>
              </a:p>
            </p:txBody>
          </p:sp>
        </p:grp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E04D0807-4296-431E-8D7D-2B2B885B0C6A}"/>
                </a:ext>
              </a:extLst>
            </p:cNvPr>
            <p:cNvCxnSpPr>
              <a:cxnSpLocks/>
              <a:stCxn id="4" idx="2"/>
              <a:endCxn id="14" idx="0"/>
            </p:cNvCxnSpPr>
            <p:nvPr/>
          </p:nvCxnSpPr>
          <p:spPr>
            <a:xfrm rot="5400000">
              <a:off x="1407624" y="1202653"/>
              <a:ext cx="752904" cy="1248507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669CF686-EB82-4549-BAC1-C73D3FCD0DD4}"/>
                </a:ext>
              </a:extLst>
            </p:cNvPr>
            <p:cNvCxnSpPr>
              <a:cxnSpLocks/>
              <a:stCxn id="4" idx="2"/>
              <a:endCxn id="26" idx="0"/>
            </p:cNvCxnSpPr>
            <p:nvPr/>
          </p:nvCxnSpPr>
          <p:spPr>
            <a:xfrm rot="16200000" flipH="1">
              <a:off x="2667492" y="1191291"/>
              <a:ext cx="752904" cy="1271230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B397C5E2-5837-48F9-9CD8-831435889203}"/>
                </a:ext>
              </a:extLst>
            </p:cNvPr>
            <p:cNvGrpSpPr/>
            <p:nvPr/>
          </p:nvGrpSpPr>
          <p:grpSpPr>
            <a:xfrm>
              <a:off x="2060623" y="4504869"/>
              <a:ext cx="770111" cy="2056980"/>
              <a:chOff x="5004351" y="3978089"/>
              <a:chExt cx="655986" cy="1752151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0537A0B-8577-4ADF-8A9D-B495BE25486B}"/>
                  </a:ext>
                </a:extLst>
              </p:cNvPr>
              <p:cNvSpPr/>
              <p:nvPr/>
            </p:nvSpPr>
            <p:spPr>
              <a:xfrm>
                <a:off x="5004351" y="3978089"/>
                <a:ext cx="655986" cy="175215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FF2E71D-4F3A-40DF-AF3E-E4ECCF51ACE4}"/>
                  </a:ext>
                </a:extLst>
              </p:cNvPr>
              <p:cNvSpPr txBox="1"/>
              <p:nvPr/>
            </p:nvSpPr>
            <p:spPr>
              <a:xfrm>
                <a:off x="5070178" y="4020328"/>
                <a:ext cx="524332" cy="166767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rPr>
                  <a:t>基于多视角</a:t>
                </a: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591FCB36-92AC-4A93-897A-D893B1A365B8}"/>
                </a:ext>
              </a:extLst>
            </p:cNvPr>
            <p:cNvGrpSpPr/>
            <p:nvPr/>
          </p:nvGrpSpPr>
          <p:grpSpPr>
            <a:xfrm>
              <a:off x="4543012" y="4504869"/>
              <a:ext cx="770111" cy="2056980"/>
              <a:chOff x="5004351" y="3978089"/>
              <a:chExt cx="655986" cy="1752151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AB0991CF-8914-44A2-AB5B-B41C2DD653F6}"/>
                  </a:ext>
                </a:extLst>
              </p:cNvPr>
              <p:cNvSpPr/>
              <p:nvPr/>
            </p:nvSpPr>
            <p:spPr>
              <a:xfrm>
                <a:off x="5004351" y="3978089"/>
                <a:ext cx="655986" cy="175215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F67163B-A342-4044-B4F8-EF00546F3B05}"/>
                  </a:ext>
                </a:extLst>
              </p:cNvPr>
              <p:cNvSpPr txBox="1"/>
              <p:nvPr/>
            </p:nvSpPr>
            <p:spPr>
              <a:xfrm>
                <a:off x="5070178" y="4020328"/>
                <a:ext cx="524332" cy="166767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rPr>
                  <a:t>基于视频流</a:t>
                </a:r>
              </a:p>
            </p:txBody>
          </p:sp>
        </p:grp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76BE4DB7-E255-44F2-9DCA-EB25D779B676}"/>
                </a:ext>
              </a:extLst>
            </p:cNvPr>
            <p:cNvCxnSpPr>
              <a:stCxn id="26" idx="2"/>
              <a:endCxn id="44" idx="0"/>
            </p:cNvCxnSpPr>
            <p:nvPr/>
          </p:nvCxnSpPr>
          <p:spPr>
            <a:xfrm rot="5400000">
              <a:off x="2804484" y="3629793"/>
              <a:ext cx="516271" cy="1233880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连接符: 肘形 59">
              <a:extLst>
                <a:ext uri="{FF2B5EF4-FFF2-40B4-BE49-F238E27FC236}">
                  <a16:creationId xmlns:a16="http://schemas.microsoft.com/office/drawing/2014/main" id="{8C96E5DE-1BA0-4C87-B844-E982C7986A37}"/>
                </a:ext>
              </a:extLst>
            </p:cNvPr>
            <p:cNvCxnSpPr>
              <a:stCxn id="26" idx="2"/>
              <a:endCxn id="51" idx="0"/>
            </p:cNvCxnSpPr>
            <p:nvPr/>
          </p:nvCxnSpPr>
          <p:spPr>
            <a:xfrm rot="16200000" flipH="1">
              <a:off x="4045678" y="3622478"/>
              <a:ext cx="516271" cy="1248509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31C98963-A273-4E1C-AD83-056A6CE5FB72}"/>
                </a:ext>
              </a:extLst>
            </p:cNvPr>
            <p:cNvGrpSpPr/>
            <p:nvPr/>
          </p:nvGrpSpPr>
          <p:grpSpPr>
            <a:xfrm>
              <a:off x="2060623" y="7039725"/>
              <a:ext cx="770111" cy="2056980"/>
              <a:chOff x="2524394" y="7039725"/>
              <a:chExt cx="770111" cy="205698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789B2471-AE68-4F69-A453-75663EC5AD7D}"/>
                  </a:ext>
                </a:extLst>
              </p:cNvPr>
              <p:cNvSpPr/>
              <p:nvPr/>
            </p:nvSpPr>
            <p:spPr>
              <a:xfrm>
                <a:off x="2524394" y="7039725"/>
                <a:ext cx="770111" cy="20569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305B5F2-E783-4A8C-8BF0-8D77FF6FA596}"/>
                  </a:ext>
                </a:extLst>
              </p:cNvPr>
              <p:cNvSpPr txBox="1"/>
              <p:nvPr/>
            </p:nvSpPr>
            <p:spPr>
              <a:xfrm>
                <a:off x="2601674" y="7089312"/>
                <a:ext cx="615553" cy="195780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rPr>
                  <a:t>立体对图像</a:t>
                </a: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E8093466-D1BD-4C7E-AB85-16EC8A54E082}"/>
                </a:ext>
              </a:extLst>
            </p:cNvPr>
            <p:cNvGrpSpPr/>
            <p:nvPr/>
          </p:nvGrpSpPr>
          <p:grpSpPr>
            <a:xfrm>
              <a:off x="3851606" y="7039725"/>
              <a:ext cx="904415" cy="2056980"/>
              <a:chOff x="4656300" y="7107276"/>
              <a:chExt cx="904415" cy="2056980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49387950-D497-4A9C-ABA1-B58721454FE4}"/>
                  </a:ext>
                </a:extLst>
              </p:cNvPr>
              <p:cNvSpPr/>
              <p:nvPr/>
            </p:nvSpPr>
            <p:spPr>
              <a:xfrm>
                <a:off x="4723452" y="7107276"/>
                <a:ext cx="770111" cy="20569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01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42B679A-CCC1-4DC5-8C55-7126B4765EEC}"/>
                  </a:ext>
                </a:extLst>
              </p:cNvPr>
              <p:cNvSpPr txBox="1"/>
              <p:nvPr/>
            </p:nvSpPr>
            <p:spPr>
              <a:xfrm>
                <a:off x="4656300" y="7874156"/>
                <a:ext cx="9044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SFM</a:t>
                </a:r>
                <a:endPara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EC2B2E00-023B-49AA-85B1-EFC79B1B6223}"/>
                </a:ext>
              </a:extLst>
            </p:cNvPr>
            <p:cNvSpPr/>
            <p:nvPr/>
          </p:nvSpPr>
          <p:spPr>
            <a:xfrm>
              <a:off x="5313123" y="7039725"/>
              <a:ext cx="770111" cy="20569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1"/>
            </a:p>
          </p:txBody>
        </p: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A9DE7C76-5C43-48D9-8674-01248B66A57F}"/>
                </a:ext>
              </a:extLst>
            </p:cNvPr>
            <p:cNvCxnSpPr>
              <a:stCxn id="51" idx="2"/>
              <a:endCxn id="66" idx="0"/>
            </p:cNvCxnSpPr>
            <p:nvPr/>
          </p:nvCxnSpPr>
          <p:spPr>
            <a:xfrm rot="5400000">
              <a:off x="4377003" y="6488660"/>
              <a:ext cx="477876" cy="624254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连接符: 肘形 81">
              <a:extLst>
                <a:ext uri="{FF2B5EF4-FFF2-40B4-BE49-F238E27FC236}">
                  <a16:creationId xmlns:a16="http://schemas.microsoft.com/office/drawing/2014/main" id="{1B0C9025-2554-4F99-9CB0-EA2BA8C9DABE}"/>
                </a:ext>
              </a:extLst>
            </p:cNvPr>
            <p:cNvCxnSpPr>
              <a:stCxn id="51" idx="2"/>
              <a:endCxn id="75" idx="0"/>
            </p:cNvCxnSpPr>
            <p:nvPr/>
          </p:nvCxnSpPr>
          <p:spPr>
            <a:xfrm rot="16200000" flipH="1">
              <a:off x="5074185" y="6415731"/>
              <a:ext cx="477876" cy="770111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D289E12-F8BB-4C48-89B7-54540563A466}"/>
                </a:ext>
              </a:extLst>
            </p:cNvPr>
            <p:cNvSpPr txBox="1"/>
            <p:nvPr/>
          </p:nvSpPr>
          <p:spPr>
            <a:xfrm>
              <a:off x="5390402" y="7089312"/>
              <a:ext cx="615553" cy="195780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800">
                  <a:latin typeface="宋体" panose="02010600030101010101" pitchFamily="2" charset="-122"/>
                  <a:ea typeface="宋体" panose="02010600030101010101" pitchFamily="2" charset="-122"/>
                </a:rPr>
                <a:t>光流法</a:t>
              </a:r>
            </a:p>
          </p:txBody>
        </p: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98B39F78-EB6B-498C-A044-A07B2A6B666D}"/>
                </a:ext>
              </a:extLst>
            </p:cNvPr>
            <p:cNvCxnSpPr>
              <a:cxnSpLocks/>
              <a:stCxn id="44" idx="2"/>
              <a:endCxn id="63" idx="0"/>
            </p:cNvCxnSpPr>
            <p:nvPr/>
          </p:nvCxnSpPr>
          <p:spPr>
            <a:xfrm>
              <a:off x="2445679" y="6561849"/>
              <a:ext cx="0" cy="47787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852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0651B06E-C5B7-4B54-8731-6BA3D887A741}"/>
              </a:ext>
            </a:extLst>
          </p:cNvPr>
          <p:cNvGrpSpPr/>
          <p:nvPr/>
        </p:nvGrpSpPr>
        <p:grpSpPr>
          <a:xfrm>
            <a:off x="831373" y="4460412"/>
            <a:ext cx="7938454" cy="3880776"/>
            <a:chOff x="831373" y="3937233"/>
            <a:chExt cx="7938454" cy="388077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FC91192-F02A-4B1C-97FF-57CA345D4689}"/>
                </a:ext>
              </a:extLst>
            </p:cNvPr>
            <p:cNvGrpSpPr/>
            <p:nvPr/>
          </p:nvGrpSpPr>
          <p:grpSpPr>
            <a:xfrm>
              <a:off x="831373" y="6377688"/>
              <a:ext cx="7938454" cy="1389900"/>
              <a:chOff x="2015563" y="6147775"/>
              <a:chExt cx="4526672" cy="792549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652AD4B-EF67-438A-A1C8-8BD25FAA2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15563" y="6147775"/>
                <a:ext cx="2293819" cy="792549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078EC521-15A2-40FE-BE60-448D6EAE4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9382" y="6193500"/>
                <a:ext cx="2232853" cy="701101"/>
              </a:xfrm>
              <a:prstGeom prst="rect">
                <a:avLst/>
              </a:prstGeom>
            </p:spPr>
          </p:pic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A691BE9-4144-4E4E-AF3C-4E96AAD1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2669" y="4497440"/>
              <a:ext cx="3955862" cy="1269620"/>
            </a:xfrm>
            <a:prstGeom prst="rect">
              <a:avLst/>
            </a:prstGeom>
          </p:spPr>
        </p:pic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3882D44-5749-4607-97A9-8C1A4730C310}"/>
                </a:ext>
              </a:extLst>
            </p:cNvPr>
            <p:cNvGrpSpPr/>
            <p:nvPr/>
          </p:nvGrpSpPr>
          <p:grpSpPr>
            <a:xfrm>
              <a:off x="831373" y="3937233"/>
              <a:ext cx="7938454" cy="509786"/>
              <a:chOff x="831373" y="3937233"/>
              <a:chExt cx="7938454" cy="509786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81BCAEE-E6C4-4DA1-93BE-2E97BCDE1F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373" y="4447019"/>
                <a:ext cx="79384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1F6AA04-9C18-4AFE-9A1A-A17F1D3E7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373" y="3937233"/>
                <a:ext cx="79384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D6666B-38BC-41AF-BF5B-76C5B906BFC8}"/>
                  </a:ext>
                </a:extLst>
              </p:cNvPr>
              <p:cNvSpPr txBox="1"/>
              <p:nvPr/>
            </p:nvSpPr>
            <p:spPr>
              <a:xfrm>
                <a:off x="3938826" y="3992071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出场标定结果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53971FB-1D7F-48ED-BA9F-08527E9993CB}"/>
                </a:ext>
              </a:extLst>
            </p:cNvPr>
            <p:cNvGrpSpPr/>
            <p:nvPr/>
          </p:nvGrpSpPr>
          <p:grpSpPr>
            <a:xfrm>
              <a:off x="831373" y="5817481"/>
              <a:ext cx="7938454" cy="509786"/>
              <a:chOff x="831373" y="5737389"/>
              <a:chExt cx="7938454" cy="509786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346BC6A-CAF1-47AF-8D70-A1DEFE859F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373" y="6247175"/>
                <a:ext cx="79384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AA57566-50AF-4263-AA57-0347831056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373" y="5737389"/>
                <a:ext cx="79384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2DCB238-625C-4483-B937-45E99514214F}"/>
                  </a:ext>
                </a:extLst>
              </p:cNvPr>
              <p:cNvSpPr txBox="1"/>
              <p:nvPr/>
            </p:nvSpPr>
            <p:spPr>
              <a:xfrm>
                <a:off x="3938826" y="5792227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双目标定结果</a:t>
                </a:r>
              </a:p>
            </p:txBody>
          </p: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BE5DE8B-3D49-47EF-BFA7-6A6568871D9C}"/>
                </a:ext>
              </a:extLst>
            </p:cNvPr>
            <p:cNvCxnSpPr>
              <a:cxnSpLocks/>
            </p:cNvCxnSpPr>
            <p:nvPr/>
          </p:nvCxnSpPr>
          <p:spPr>
            <a:xfrm>
              <a:off x="831373" y="7818009"/>
              <a:ext cx="79384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441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29</Words>
  <Application>Microsoft Office PowerPoint</Application>
  <PresentationFormat>A3 纸张(297x420 毫米)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Calmm</dc:creator>
  <cp:lastModifiedBy>Calmm</cp:lastModifiedBy>
  <cp:revision>6</cp:revision>
  <dcterms:created xsi:type="dcterms:W3CDTF">2021-08-12T22:44:43Z</dcterms:created>
  <dcterms:modified xsi:type="dcterms:W3CDTF">2021-08-12T23:59:57Z</dcterms:modified>
</cp:coreProperties>
</file>